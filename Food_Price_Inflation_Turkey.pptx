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istanb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DSA 210 TERM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Food Price Inflation in Turkey (2019-2024)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Isik Giray Onal | 34088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market_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182880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801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Analyze monthly food price indices (bread, milk, meat) and USD/TRY from 2019-2024.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Construct a composite Food Price Index to summarize food inflation dynamics.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Use EDA and correlation tests to quantify the currency-food link.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Evaluate basic time-series regression models for short-term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currency_excha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182880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801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Food inflation directly affects household purchasing power.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USD/TRY depreciation raises import and input costs for food producers.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Understanding co-movement helps explain macro-level inflation pressures.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data_analy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182880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801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How strongly do food price indices co-move with USD/TRY?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Which food group (bread, milk, meat) shows the fastest growth?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Do lag and rolling features improve short-term prediction?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Data Collection and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market_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182880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801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USD/TRY: TCMB EVDS monthly series (TP.DK.USD.A.YTL).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Food indices: Eurostat HICP via FRED (2015=100).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Align monthly dates, compute composite Food Price Index.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Engineer lag and rolling features for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Exploratory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801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Both series trend upward over 2019-2024.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Strong co-movement suggests currency pass-through.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Composite index smooths item-level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Analysis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801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Pearson r = 0.9891 (p = 5.26e-60).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Relationship is strongly positive and significant.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Supports H1: currency and food inflation co-move.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Analysis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801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Meat index grows fastest (~10.3x).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Bread (~8.0x) and milk (~7.7x) rise steadily.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Composite tracks the shared upward trend.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Analysis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801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MoM changes show clustered volatility.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Currency shocks align with larger food jumps.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Volatility increases in later years.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Machine Learning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predicti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801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Time-aware CV with lag and rolling features.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Best model: Ridge (RMSE 45.15, R2 -0.025).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Linear models underfit; richer features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pic>
        <p:nvPicPr>
          <p:cNvPr id="6" name="Picture 5" descr="title_istanb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182880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801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Food prices and USD/TRY move closely together.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Meat prices show the fastest index growth.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Short-term regression remains challenging without richer signals.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t>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45775" y="109728"/>
            <a:ext cx="128016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DSA 210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TCMB EVDS: https://evds2.tcmb.gov.tr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FRED (Eurostat HICP): https://fred.stlouisfed.org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Series: CP0111TRM086NEST, CP0112TRM086NEST, CP0114TRM086NEST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Stock images: Wikimedia Commons (Istanbul skyline 02, Food stall at Christmas market, MICEX, Wikidata statistics)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